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口径：这页把手稿拆成两条链路。两者前半段一致：VTD生成AEB场景和前视相机RGB图像，经过桥接/编码模块转换成H.265视频流后注入AEB板卡。板卡完成感知、决策并输出制动/报警指令。VIL链路中，指令作用在驾驶舱或实车执行机构，实车的INS、车速、距离、位姿等状态回传VTD，形成真实车辆闭环。HIL链路中，指令作用在CarSim车辆动力学模型，CarSim回传位姿、车速、距离和碰撞结果，形成仿真车辆闭环。判定指标可看TTC触发、制动距离、减速度、是否碰撞以及链路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01168"/>
            <a:ext cx="6492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8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AEB测试流程：VIL 与 HIL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881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基于手稿整理：VTD生成场景与前视图像，经图像桥接/编码注入AEB板卡；核心区别是车辆闭环对象不同。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20656" y="228600"/>
            <a:ext cx="2212848" cy="420624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2952" y="283464"/>
            <a:ext cx="204825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AEB = 自动紧急制动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2414016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280160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44168"/>
            <a:ext cx="102412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93392" y="1325880"/>
            <a:ext cx="9326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Vehicle-in-the-Loop：实车/驾驶舱参与闭环验证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02920" y="3721608"/>
            <a:ext cx="11155680" cy="2414016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3922776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8E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986784"/>
            <a:ext cx="102412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93392" y="3968496"/>
            <a:ext cx="9326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Hardware-in-the-Loop：真实板卡 + CarSim车辆模型闭环验证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2960" y="1700784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397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1810512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VTD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2130552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配置AEB场景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目标车/道路/触发条件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61488" y="1700784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397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71216" y="1810512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图像桥接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71216" y="2130552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前视图像 RGB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编码/封装 H.265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809744" y="1700784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3970">
            <a:solidFill>
              <a:srgbClr val="A5B4F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9472" y="1810512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AEB板卡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9472" y="2130552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 → 决策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输出制动/报警指令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94576" y="1700784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FF1E6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04304" y="1810512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驾驶舱/执行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04304" y="2130552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接收制动指令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驱动制动执行机构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997696" y="1700784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ECFEFF"/>
          </a:solidFill>
          <a:ln w="13970">
            <a:solidFill>
              <a:srgbClr val="67E8F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07424" y="1810512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实车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07424" y="2130552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真实车辆响应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轮速/位置/姿态变化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423160" y="2103120"/>
            <a:ext cx="292608" cy="0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61688" y="2103120"/>
            <a:ext cx="402336" cy="0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9944" y="2103120"/>
            <a:ext cx="438912" cy="0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94776" y="2103120"/>
            <a:ext cx="457200" cy="0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17136" y="1554480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2856" y="1554480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H.265视频流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19672" y="1554480"/>
            <a:ext cx="841248" cy="219456"/>
          </a:xfrm>
          <a:prstGeom prst="roundRect">
            <a:avLst>
              <a:gd name="adj" fmla="val 25000"/>
            </a:avLst>
          </a:prstGeom>
          <a:solidFill>
            <a:srgbClr val="FFE4E6"/>
          </a:solidFill>
          <a:ln w="12700">
            <a:solidFill>
              <a:srgbClr val="FFE4E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1554480"/>
            <a:ext cx="7498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制动/报警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774936" y="2670048"/>
            <a:ext cx="0" cy="256032"/>
          </a:xfrm>
          <a:prstGeom prst="line">
            <a:avLst/>
          </a:prstGeom>
          <a:noFill/>
          <a:ln w="14605">
            <a:solidFill>
              <a:srgbClr val="1D4ED8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774936" y="2926080"/>
            <a:ext cx="-8174736" cy="0"/>
          </a:xfrm>
          <a:prstGeom prst="line">
            <a:avLst/>
          </a:prstGeom>
          <a:noFill/>
          <a:ln w="14605">
            <a:solidFill>
              <a:srgbClr val="1D4ED8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600200" y="2926080"/>
            <a:ext cx="0" cy="-365760"/>
          </a:xfrm>
          <a:prstGeom prst="line">
            <a:avLst/>
          </a:prstGeom>
          <a:noFill/>
          <a:ln w="1460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84448" y="2807208"/>
            <a:ext cx="2148840" cy="237744"/>
          </a:xfrm>
          <a:prstGeom prst="roundRect">
            <a:avLst>
              <a:gd name="adj" fmla="val 23077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2807208"/>
            <a:ext cx="2057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INS/车速/距离/位姿反馈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" y="4343400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397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32688" y="4453128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VTD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32688" y="4773168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复用同一AEB场景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生成前视相机画面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2761488" y="4343400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EAF8EF"/>
          </a:solidFill>
          <a:ln w="1397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871216" y="4453128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图像桥接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871216" y="4773168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前视图像 RGB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编码/封装 H.265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4809744" y="4343400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13970">
            <a:solidFill>
              <a:srgbClr val="C4B5F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919472" y="4453128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AEB板卡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919472" y="4773168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真实硬件运行算法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同VIL输入链路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894576" y="4343400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397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04304" y="4453128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CarSim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004304" y="4773168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车辆动力学模型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执行制动/转向指令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8997696" y="4343400"/>
            <a:ext cx="155448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107424" y="4453128"/>
            <a:ext cx="13350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判定结果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107424" y="4773168"/>
            <a:ext cx="133502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速度/距离/TTC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碰撞或安全停车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2423160" y="4745736"/>
            <a:ext cx="292608" cy="0"/>
          </a:xfrm>
          <a:prstGeom prst="line">
            <a:avLst/>
          </a:prstGeom>
          <a:noFill/>
          <a:ln w="1778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361688" y="4745736"/>
            <a:ext cx="402336" cy="0"/>
          </a:xfrm>
          <a:prstGeom prst="line">
            <a:avLst/>
          </a:prstGeom>
          <a:noFill/>
          <a:ln w="1778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409944" y="4745736"/>
            <a:ext cx="438912" cy="0"/>
          </a:xfrm>
          <a:prstGeom prst="line">
            <a:avLst/>
          </a:prstGeom>
          <a:noFill/>
          <a:ln w="1778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494776" y="4745736"/>
            <a:ext cx="457200" cy="0"/>
          </a:xfrm>
          <a:prstGeom prst="line">
            <a:avLst/>
          </a:prstGeom>
          <a:noFill/>
          <a:ln w="1778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517136" y="4197096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62856" y="4197096"/>
            <a:ext cx="8046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H.265视频流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528816" y="4197096"/>
            <a:ext cx="804672" cy="21945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74536" y="4197096"/>
            <a:ext cx="713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控制指令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774936" y="5312664"/>
            <a:ext cx="0" cy="256032"/>
          </a:xfrm>
          <a:prstGeom prst="line">
            <a:avLst/>
          </a:prstGeom>
          <a:noFill/>
          <a:ln w="14605">
            <a:solidFill>
              <a:srgbClr val="15803D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9774936" y="5568696"/>
            <a:ext cx="-8174736" cy="0"/>
          </a:xfrm>
          <a:prstGeom prst="line">
            <a:avLst/>
          </a:prstGeom>
          <a:noFill/>
          <a:ln w="14605">
            <a:solidFill>
              <a:srgbClr val="15803D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1600200" y="5568696"/>
            <a:ext cx="0" cy="-365760"/>
          </a:xfrm>
          <a:prstGeom prst="line">
            <a:avLst/>
          </a:prstGeom>
          <a:noFill/>
          <a:ln w="14605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246120" y="5449824"/>
            <a:ext cx="306324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0" y="5449824"/>
            <a:ext cx="2971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CarSim回传位姿/车速/距离，驱动VTD下一帧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6656" y="6382512"/>
            <a:ext cx="10881360" cy="310896"/>
          </a:xfrm>
          <a:prstGeom prst="roundRect">
            <a:avLst>
              <a:gd name="adj" fmla="val 14706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6432804"/>
            <a:ext cx="10561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2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测试关注：</a:t>
            </a:r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触发时刻/TTC阈值  ·  制动距离与减速度  ·  是否碰撞/安全停车  ·  图像链路与控制链路延迟  ·  VIL验证真实执行，HIL验证自动化与边界工况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AEB测试流程：VIL vs HIL</dc:title>
  <dc:subject>VIL and HIL AEB Test Flow</dc:subject>
  <dc:creator>OpenAI</dc:creator>
  <cp:lastModifiedBy>OpenAI</cp:lastModifiedBy>
  <cp:revision>1</cp:revision>
  <dcterms:created xsi:type="dcterms:W3CDTF">2026-05-17T01:23:35Z</dcterms:created>
  <dcterms:modified xsi:type="dcterms:W3CDTF">2026-05-17T01:23:35Z</dcterms:modified>
</cp:coreProperties>
</file>